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13"/>
  </p:notesMasterIdLst>
  <p:sldIdLst>
    <p:sldId id="256" r:id="rId3"/>
    <p:sldId id="265" r:id="rId4"/>
    <p:sldId id="267" r:id="rId5"/>
    <p:sldId id="266" r:id="rId6"/>
    <p:sldId id="259" r:id="rId7"/>
    <p:sldId id="261" r:id="rId8"/>
    <p:sldId id="260" r:id="rId9"/>
    <p:sldId id="257" r:id="rId10"/>
    <p:sldId id="258"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09" autoAdjust="0"/>
    <p:restoredTop sz="86410" autoAdjust="0"/>
  </p:normalViewPr>
  <p:slideViewPr>
    <p:cSldViewPr snapToGrid="0" snapToObjects="1">
      <p:cViewPr varScale="1">
        <p:scale>
          <a:sx n="59" d="100"/>
          <a:sy n="59" d="100"/>
        </p:scale>
        <p:origin x="738"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1C2622-5065-4E0E-AC4D-30482A51C46F}" type="datetimeFigureOut">
              <a:rPr lang="en-US" smtClean="0"/>
              <a:t>5/16/2026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60ECE5-DB57-419D-9A17-705B546A756B}" type="slidenum">
              <a:rPr lang="en-US" smtClean="0"/>
              <a:t>‹#›</a:t>
            </a:fld>
            <a:endParaRPr lang="en-US"/>
          </a:p>
        </p:txBody>
      </p:sp>
    </p:spTree>
    <p:extLst>
      <p:ext uri="{BB962C8B-B14F-4D97-AF65-F5344CB8AC3E}">
        <p14:creationId xmlns:p14="http://schemas.microsoft.com/office/powerpoint/2010/main" val="2143886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Sales and Quantity by Product_Category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Sales by Store_Location</a:t>
            </a:r>
            <a:endParaRPr dirty="0"/>
          </a:p>
          <a:p>
            <a:r>
              <a:rPr b="0" dirty="0"/>
              <a:t>No alt text provided</a:t>
            </a:r>
            <a:endParaRPr dirty="0"/>
          </a:p>
          <a:p>
            <a:endParaRPr dirty="0"/>
          </a:p>
          <a:p>
            <a:r>
              <a:rPr b="1" dirty="0"/>
              <a:t>Store Performance Summary</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Sales by Product_Category</a:t>
            </a:r>
            <a:endParaRPr dirty="0"/>
          </a:p>
          <a:p>
            <a:r>
              <a:rPr b="0" dirty="0"/>
              <a:t>No alt text provided</a:t>
            </a:r>
            <a:endParaRPr dirty="0"/>
          </a:p>
          <a:p>
            <a:endParaRPr dirty="0"/>
          </a:p>
          <a:p>
            <a:r>
              <a:rPr b="1" dirty="0"/>
              <a:t>Sales by Store_Location</a:t>
            </a:r>
            <a:endParaRPr dirty="0"/>
          </a:p>
          <a:p>
            <a:r>
              <a:rPr b="0" dirty="0"/>
              <a:t>No alt text provided</a:t>
            </a:r>
            <a:endParaRPr dirty="0"/>
          </a:p>
          <a:p>
            <a:endParaRPr dirty="0"/>
          </a:p>
          <a:p>
            <a:r>
              <a:rPr b="1" dirty="0"/>
              <a:t>Total Sales</a:t>
            </a:r>
            <a:endParaRPr dirty="0"/>
          </a:p>
          <a:p>
            <a:r>
              <a:rPr b="0" dirty="0"/>
              <a:t>No alt text provided</a:t>
            </a:r>
            <a:endParaRPr dirty="0"/>
          </a:p>
          <a:p>
            <a:endParaRPr dirty="0"/>
          </a:p>
          <a:p>
            <a:r>
              <a:rPr b="1" dirty="0"/>
              <a:t>Units Sold</a:t>
            </a:r>
            <a:endParaRPr dirty="0"/>
          </a:p>
          <a:p>
            <a:r>
              <a:rPr b="0" dirty="0"/>
              <a:t>No alt text provided</a:t>
            </a:r>
            <a:endParaRPr dirty="0"/>
          </a:p>
          <a:p>
            <a:endParaRPr dirty="0"/>
          </a:p>
          <a:p>
            <a:r>
              <a:rPr b="1" dirty="0"/>
              <a:t>Daily sales Trend</a:t>
            </a:r>
            <a:endParaRPr dirty="0"/>
          </a:p>
          <a:p>
            <a:r>
              <a:rPr b="0" dirty="0"/>
              <a:t>No alt text provided</a:t>
            </a:r>
            <a:endParaRPr dirty="0"/>
          </a:p>
          <a:p>
            <a:endParaRPr dirty="0"/>
          </a:p>
          <a:p>
            <a:r>
              <a:rPr b="1" dirty="0"/>
              <a:t>Transaction_qty and Sales over time</a:t>
            </a:r>
            <a:endParaRPr dirty="0"/>
          </a:p>
          <a:p>
            <a:r>
              <a:rPr b="0" dirty="0"/>
              <a:t>No alt text provided</a:t>
            </a:r>
            <a:endParaRPr dirty="0"/>
          </a:p>
          <a:p>
            <a:endParaRPr dirty="0"/>
          </a:p>
          <a:p>
            <a:r>
              <a:rPr b="1" dirty="0"/>
              <a:t>Sales by Month in different store_locations</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Monthly Sales by Product_category</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Distinct Product_type by Product_category</a:t>
            </a:r>
            <a:endParaRPr dirty="0"/>
          </a:p>
          <a:p>
            <a:r>
              <a:rPr b="0" dirty="0"/>
              <a:t>No alt text provided</a:t>
            </a:r>
            <a:endParaRPr dirty="0"/>
          </a:p>
          <a:p>
            <a:endParaRPr dirty="0"/>
          </a:p>
          <a:p>
            <a:r>
              <a:rPr b="1" dirty="0"/>
              <a:t>Sales by Product_type</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8C7D807A-D3EC-4DEA-86E2-120E4093F1A6}"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3261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169012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01281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7ED9C8-F09A-4D9E-BEC0-4725162E21FF}"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0256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7ED9C8-F09A-4D9E-BEC0-4725162E21FF}" type="datetimeFigureOut">
              <a:rPr lang="en-US" smtClean="0"/>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2523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7ED9C8-F09A-4D9E-BEC0-4725162E21FF}" type="datetimeFigureOut">
              <a:rPr lang="en-US" smtClean="0"/>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596324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419900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429058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27ED9C8-F09A-4D9E-BEC0-4725162E21FF}" type="datetimeFigureOut">
              <a:rPr lang="en-US" smtClean="0"/>
              <a:t>5/16/2026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61457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400386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7161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5/16/2026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27ED9C8-F09A-4D9E-BEC0-4725162E21FF}" type="datetimeFigureOut">
              <a:rPr lang="en-US" smtClean="0"/>
              <a:t>5/16/2026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C7D807A-D3EC-4DEA-86E2-120E4093F1A6}"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53854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98ceacdb-428e-4096-be76-9a4b3382112d?pbi_source=PowerPoint" TargetMode="External"/><Relationship Id="rId2" Type="http://schemas.openxmlformats.org/officeDocument/2006/relationships/image" Target="../media/image2.png"/><Relationship Id="rId1" Type="http://schemas.openxmlformats.org/officeDocument/2006/relationships/slideLayout" Target="../slideLayouts/slideLayout18.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98ceacdb-428e-4096-be76-9a4b3382112d/?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98ceacdb-428e-4096-be76-9a4b3382112d/?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98ceacdb-428e-4096-be76-9a4b3382112d/?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98ceacdb-428e-4096-be76-9a4b3382112d/?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app.powerbi.com/groups/me/reports/98ceacdb-428e-4096-be76-9a4b3382112d/?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app.powerbi.com/groups/me/reports/98ceacdb-428e-4096-be76-9a4b3382112d/?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0" y="2982913"/>
            <a:ext cx="6313488"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Coffee shop 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5/16/2026 3:06:13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5/16/2026 2:07:57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945B4-7386-7948-3A34-6E1C44AB49AF}"/>
              </a:ext>
            </a:extLst>
          </p:cNvPr>
          <p:cNvSpPr>
            <a:spLocks noGrp="1"/>
          </p:cNvSpPr>
          <p:nvPr>
            <p:ph type="title"/>
          </p:nvPr>
        </p:nvSpPr>
        <p:spPr/>
        <p:txBody>
          <a:bodyPr>
            <a:normAutofit/>
          </a:bodyPr>
          <a:lstStyle/>
          <a:p>
            <a:pPr algn="ctr"/>
            <a:r>
              <a:rPr lang="en-US" dirty="0"/>
              <a:t>Overview</a:t>
            </a:r>
          </a:p>
        </p:txBody>
      </p:sp>
      <p:sp>
        <p:nvSpPr>
          <p:cNvPr id="3" name="Content Placeholder 2">
            <a:extLst>
              <a:ext uri="{FF2B5EF4-FFF2-40B4-BE49-F238E27FC236}">
                <a16:creationId xmlns:a16="http://schemas.microsoft.com/office/drawing/2014/main" id="{D50CECD4-613E-F3E2-2538-AFB492B675EB}"/>
              </a:ext>
            </a:extLst>
          </p:cNvPr>
          <p:cNvSpPr>
            <a:spLocks noGrp="1"/>
          </p:cNvSpPr>
          <p:nvPr>
            <p:ph idx="1"/>
          </p:nvPr>
        </p:nvSpPr>
        <p:spPr/>
        <p:txBody>
          <a:bodyPr>
            <a:normAutofit/>
          </a:bodyPr>
          <a:lstStyle/>
          <a:p>
            <a:pPr marL="0" indent="0" algn="ctr">
              <a:buNone/>
            </a:pPr>
            <a:r>
              <a:rPr lang="en-US" sz="2400" dirty="0"/>
              <a:t>Shows coffee shop performance across stores, products, times of day, and categories. It highlights total sales, volume, pricing effects, and peak trading periods while surfacing top and underperforming items and locations. It supports operational and merchandising decisions by revealing demand patterns and mix.</a:t>
            </a:r>
          </a:p>
        </p:txBody>
      </p:sp>
    </p:spTree>
    <p:extLst>
      <p:ext uri="{BB962C8B-B14F-4D97-AF65-F5344CB8AC3E}">
        <p14:creationId xmlns:p14="http://schemas.microsoft.com/office/powerpoint/2010/main" val="2704581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4F50C-F792-4D16-7C59-8700B0F76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BEAC0-C855-7447-7875-B37BF2D3D45D}"/>
              </a:ext>
            </a:extLst>
          </p:cNvPr>
          <p:cNvSpPr>
            <a:spLocks noGrp="1"/>
          </p:cNvSpPr>
          <p:nvPr>
            <p:ph type="title"/>
          </p:nvPr>
        </p:nvSpPr>
        <p:spPr/>
        <p:txBody>
          <a:bodyPr>
            <a:normAutofit/>
          </a:bodyPr>
          <a:lstStyle/>
          <a:p>
            <a:r>
              <a:rPr lang="en-US" dirty="0"/>
              <a:t>Project Steps</a:t>
            </a:r>
          </a:p>
        </p:txBody>
      </p:sp>
      <p:sp>
        <p:nvSpPr>
          <p:cNvPr id="3" name="Content Placeholder 2">
            <a:extLst>
              <a:ext uri="{FF2B5EF4-FFF2-40B4-BE49-F238E27FC236}">
                <a16:creationId xmlns:a16="http://schemas.microsoft.com/office/drawing/2014/main" id="{63758324-FA2E-340D-0508-1737ACFCAEE1}"/>
              </a:ext>
            </a:extLst>
          </p:cNvPr>
          <p:cNvSpPr>
            <a:spLocks noGrp="1"/>
          </p:cNvSpPr>
          <p:nvPr>
            <p:ph idx="1"/>
          </p:nvPr>
        </p:nvSpPr>
        <p:spPr/>
        <p:txBody>
          <a:bodyPr>
            <a:normAutofit/>
          </a:bodyPr>
          <a:lstStyle/>
          <a:p>
            <a:r>
              <a:rPr lang="en-US" dirty="0"/>
              <a:t>The data was cleaned/prepared using Microsoft excel</a:t>
            </a:r>
          </a:p>
          <a:p>
            <a:r>
              <a:rPr lang="en-US" dirty="0"/>
              <a:t>After cleaning it was loaded in to SQL for query</a:t>
            </a:r>
          </a:p>
          <a:p>
            <a:r>
              <a:rPr lang="en-US" dirty="0"/>
              <a:t>Finaly the data was loaded into Power bi for dashboard and report building</a:t>
            </a:r>
          </a:p>
        </p:txBody>
      </p:sp>
    </p:spTree>
    <p:extLst>
      <p:ext uri="{BB962C8B-B14F-4D97-AF65-F5344CB8AC3E}">
        <p14:creationId xmlns:p14="http://schemas.microsoft.com/office/powerpoint/2010/main" val="884566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3B4DB-ED0E-9DEC-DEBB-CF6CFA9D9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779E2-A893-5654-ECD1-6DD3D12FE170}"/>
              </a:ext>
            </a:extLst>
          </p:cNvPr>
          <p:cNvSpPr>
            <a:spLocks noGrp="1"/>
          </p:cNvSpPr>
          <p:nvPr>
            <p:ph type="title"/>
          </p:nvPr>
        </p:nvSpPr>
        <p:spPr/>
        <p:txBody>
          <a:bodyPr>
            <a:normAutofit/>
          </a:bodyPr>
          <a:lstStyle/>
          <a:p>
            <a:r>
              <a:rPr lang="en-US" dirty="0"/>
              <a:t>Data Preparation Process</a:t>
            </a:r>
          </a:p>
        </p:txBody>
      </p:sp>
      <p:sp>
        <p:nvSpPr>
          <p:cNvPr id="3" name="Content Placeholder 2">
            <a:extLst>
              <a:ext uri="{FF2B5EF4-FFF2-40B4-BE49-F238E27FC236}">
                <a16:creationId xmlns:a16="http://schemas.microsoft.com/office/drawing/2014/main" id="{1AADB1A2-CB92-9506-B932-D2258D114734}"/>
              </a:ext>
            </a:extLst>
          </p:cNvPr>
          <p:cNvSpPr>
            <a:spLocks noGrp="1"/>
          </p:cNvSpPr>
          <p:nvPr>
            <p:ph idx="1"/>
          </p:nvPr>
        </p:nvSpPr>
        <p:spPr/>
        <p:txBody>
          <a:bodyPr/>
          <a:lstStyle/>
          <a:p>
            <a:r>
              <a:rPr lang="en-US" dirty="0"/>
              <a:t>Removed unwanted column</a:t>
            </a:r>
          </a:p>
          <a:p>
            <a:r>
              <a:rPr lang="en-US" dirty="0"/>
              <a:t>Formatted the date column from numbers to short date</a:t>
            </a:r>
          </a:p>
          <a:p>
            <a:r>
              <a:rPr lang="en-US" dirty="0"/>
              <a:t>Formatted the time column to a proper time column</a:t>
            </a:r>
          </a:p>
          <a:p>
            <a:r>
              <a:rPr lang="en-US" dirty="0"/>
              <a:t>Formatted the unit price column to currency</a:t>
            </a:r>
          </a:p>
          <a:p>
            <a:r>
              <a:rPr lang="en-US" dirty="0"/>
              <a:t>Removed duplicates</a:t>
            </a:r>
          </a:p>
          <a:p>
            <a:r>
              <a:rPr lang="en-US" dirty="0"/>
              <a:t>Created sales and month column</a:t>
            </a:r>
          </a:p>
          <a:p>
            <a:endParaRPr lang="en-US" dirty="0"/>
          </a:p>
          <a:p>
            <a:endParaRPr lang="en-US" dirty="0"/>
          </a:p>
        </p:txBody>
      </p:sp>
    </p:spTree>
    <p:extLst>
      <p:ext uri="{BB962C8B-B14F-4D97-AF65-F5344CB8AC3E}">
        <p14:creationId xmlns:p14="http://schemas.microsoft.com/office/powerpoint/2010/main" val="3394252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ales and Quantity by Product_Category ,shape ,textbox. Please refer to the notes on this slide for details">
            <a:hlinkClick r:id="rId3"/>
          </p:cNvPr>
          <p:cNvPicPr>
            <a:picLocks noChangeAspect="1"/>
          </p:cNvPicPr>
          <p:nvPr/>
        </p:nvPicPr>
        <p:blipFill>
          <a:blip r:embed="rId4"/>
          <a:stretch>
            <a:fillRect/>
          </a:stretch>
        </p:blipFill>
        <p:spPr>
          <a:xfrm>
            <a:off x="0" y="304800"/>
            <a:ext cx="12192000" cy="6248400"/>
          </a:xfrm>
          <a:prstGeom prst="rect">
            <a:avLst/>
          </a:prstGeom>
          <a:noFill/>
        </p:spPr>
      </p:pic>
      <p:sp>
        <p:nvSpPr>
          <p:cNvPr id="4" name="Title" hidden="1"/>
          <p:cNvSpPr>
            <a:spLocks noGrp="1"/>
          </p:cNvSpPr>
          <p:nvPr>
            <p:ph type="title"/>
          </p:nvPr>
        </p:nvSpPr>
        <p:spPr/>
        <p:txBody>
          <a:bodyPr/>
          <a:lstStyle/>
          <a:p>
            <a:r>
              <a:t>Product Category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hape ,textbox ,Sales by Store_Location ,Store Performance Summary. Please refer to the notes on this slide for details">
            <a:hlinkClick r:id="rId3"/>
          </p:cNvPr>
          <p:cNvPicPr>
            <a:picLocks noChangeAspect="1"/>
          </p:cNvPicPr>
          <p:nvPr/>
        </p:nvPicPr>
        <p:blipFill>
          <a:blip r:embed="rId4"/>
          <a:stretch>
            <a:fillRect/>
          </a:stretch>
        </p:blipFill>
        <p:spPr>
          <a:xfrm>
            <a:off x="0" y="304800"/>
            <a:ext cx="12192000" cy="6248400"/>
          </a:xfrm>
          <a:prstGeom prst="rect">
            <a:avLst/>
          </a:prstGeom>
          <a:noFill/>
        </p:spPr>
      </p:pic>
      <p:sp>
        <p:nvSpPr>
          <p:cNvPr id="4" name="Title" hidden="1"/>
          <p:cNvSpPr>
            <a:spLocks noGrp="1"/>
          </p:cNvSpPr>
          <p:nvPr>
            <p:ph type="title"/>
          </p:nvPr>
        </p:nvSpPr>
        <p:spPr/>
        <p:txBody>
          <a:bodyPr/>
          <a:lstStyle/>
          <a:p>
            <a:r>
              <a:t>Store location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hape ,textbox ,lineChart. Please refer to the notes on this slide for details">
            <a:hlinkClick r:id="rId3"/>
          </p:cNvPr>
          <p:cNvPicPr>
            <a:picLocks noChangeAspect="1"/>
          </p:cNvPicPr>
          <p:nvPr/>
        </p:nvPicPr>
        <p:blipFill>
          <a:blip r:embed="rId4"/>
          <a:stretch>
            <a:fillRect/>
          </a:stretch>
        </p:blipFill>
        <p:spPr>
          <a:xfrm>
            <a:off x="0" y="304800"/>
            <a:ext cx="12192000" cy="6248400"/>
          </a:xfrm>
          <a:prstGeom prst="rect">
            <a:avLst/>
          </a:prstGeom>
          <a:noFill/>
        </p:spPr>
      </p:pic>
      <p:sp>
        <p:nvSpPr>
          <p:cNvPr id="4" name="Title" hidden="1"/>
          <p:cNvSpPr>
            <a:spLocks noGrp="1"/>
          </p:cNvSpPr>
          <p:nvPr>
            <p:ph type="title"/>
          </p:nvPr>
        </p:nvSpPr>
        <p:spPr/>
        <p:txBody>
          <a:bodyPr/>
          <a:lstStyle/>
          <a:p>
            <a:r>
              <a:t>Month on month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ales by Product_Category ,Sales by Store_Location ,Total Sales ,Units Sold ,Daily sales Trend ,Transaction_qty and Sales over time ,Sales by Month in different store_locations ,advancedSlicerVisual ,shape. Please refer to the notes on this slide for details">
            <a:hlinkClick r:id="rId3"/>
          </p:cNvPr>
          <p:cNvPicPr>
            <a:picLocks noChangeAspect="1"/>
          </p:cNvPicPr>
          <p:nvPr/>
        </p:nvPicPr>
        <p:blipFill>
          <a:blip r:embed="rId4"/>
          <a:stretch>
            <a:fillRect/>
          </a:stretch>
        </p:blipFill>
        <p:spPr>
          <a:xfrm>
            <a:off x="0" y="304800"/>
            <a:ext cx="12192000" cy="6248400"/>
          </a:xfrm>
          <a:prstGeom prst="rect">
            <a:avLst/>
          </a:prstGeom>
          <a:noFill/>
        </p:spPr>
      </p:pic>
      <p:sp>
        <p:nvSpPr>
          <p:cNvPr id="4" name="Title" hidden="1"/>
          <p:cNvSpPr>
            <a:spLocks noGrp="1"/>
          </p:cNvSpPr>
          <p:nvPr>
            <p:ph type="title"/>
          </p:nvPr>
        </p:nvSpPr>
        <p:spPr/>
        <p:txBody>
          <a:bodyPr/>
          <a:lstStyle/>
          <a:p>
            <a:r>
              <a:t>Sales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advancedSlicerVisual ,Monthly Sales by Product_category ,donutChart ,Distinct Product_type by Product_category ,Sales by Product_type ,lineChart ,slicer ,shape. Please refer to the notes on this slide for details">
            <a:hlinkClick r:id="rId3"/>
          </p:cNvPr>
          <p:cNvPicPr>
            <a:picLocks noChangeAspect="1"/>
          </p:cNvPicPr>
          <p:nvPr/>
        </p:nvPicPr>
        <p:blipFill>
          <a:blip r:embed="rId4"/>
          <a:stretch>
            <a:fillRect/>
          </a:stretch>
        </p:blipFill>
        <p:spPr>
          <a:xfrm>
            <a:off x="0" y="304800"/>
            <a:ext cx="12192000" cy="6248400"/>
          </a:xfrm>
          <a:prstGeom prst="rect">
            <a:avLst/>
          </a:prstGeom>
          <a:noFill/>
        </p:spPr>
      </p:pic>
      <p:sp>
        <p:nvSpPr>
          <p:cNvPr id="4" name="Title" hidden="1"/>
          <p:cNvSpPr>
            <a:spLocks noGrp="1"/>
          </p:cNvSpPr>
          <p:nvPr>
            <p:ph type="title"/>
          </p:nvPr>
        </p:nvSpPr>
        <p:spPr/>
        <p:txBody>
          <a:bodyPr/>
          <a:lstStyle/>
          <a:p>
            <a:r>
              <a:t>Sales dashboard (product type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shape ,textbox. Please refer to the notes on this slide for details">
            <a:hlinkClick r:id="rId3"/>
          </p:cNvPr>
          <p:cNvPicPr>
            <a:picLocks noChangeAspect="1"/>
          </p:cNvPicPr>
          <p:nvPr/>
        </p:nvPicPr>
        <p:blipFill>
          <a:blip r:embed="rId4"/>
          <a:stretch>
            <a:fillRect/>
          </a:stretch>
        </p:blipFill>
        <p:spPr>
          <a:xfrm>
            <a:off x="0" y="304800"/>
            <a:ext cx="12192000" cy="6248400"/>
          </a:xfrm>
          <a:prstGeom prst="rect">
            <a:avLst/>
          </a:prstGeom>
          <a:noFill/>
        </p:spPr>
      </p:pic>
      <p:sp>
        <p:nvSpPr>
          <p:cNvPr id="4" name="Title" hidden="1"/>
          <p:cNvSpPr>
            <a:spLocks noGrp="1"/>
          </p:cNvSpPr>
          <p:nvPr>
            <p:ph type="title"/>
          </p:nvPr>
        </p:nvSpPr>
        <p:spPr/>
        <p:txBody>
          <a:bodyPr/>
          <a:lstStyle/>
          <a:p>
            <a:r>
              <a:t>Duplicate of Store location</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TotalTime>
  <Words>395</Words>
  <Application>Microsoft Office PowerPoint</Application>
  <PresentationFormat>Widescreen</PresentationFormat>
  <Paragraphs>124</Paragraphs>
  <Slides>10</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Arial</vt:lpstr>
      <vt:lpstr>Calibri</vt:lpstr>
      <vt:lpstr>Calibri Light</vt:lpstr>
      <vt:lpstr>Gill Sans MT</vt:lpstr>
      <vt:lpstr>Segoe UI</vt:lpstr>
      <vt:lpstr>Segoe UI Light</vt:lpstr>
      <vt:lpstr>Segoe UI Semibold</vt:lpstr>
      <vt:lpstr>Custom Design</vt:lpstr>
      <vt:lpstr>Gallery</vt:lpstr>
      <vt:lpstr>Coffee shop dashboard</vt:lpstr>
      <vt:lpstr>Overview</vt:lpstr>
      <vt:lpstr>Project Steps</vt:lpstr>
      <vt:lpstr>Data Preparation Process</vt:lpstr>
      <vt:lpstr>Product Category</vt:lpstr>
      <vt:lpstr>Store location</vt:lpstr>
      <vt:lpstr>Month on month</vt:lpstr>
      <vt:lpstr>Sales dashboard</vt:lpstr>
      <vt:lpstr>Sales dashboard (product type analysis)</vt:lpstr>
      <vt:lpstr>Duplicate of Store location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Joseph Emekpu</cp:lastModifiedBy>
  <cp:revision>6</cp:revision>
  <dcterms:created xsi:type="dcterms:W3CDTF">2016-09-04T11:54:55Z</dcterms:created>
  <dcterms:modified xsi:type="dcterms:W3CDTF">2026-05-16T03:23:33Z</dcterms:modified>
</cp:coreProperties>
</file>